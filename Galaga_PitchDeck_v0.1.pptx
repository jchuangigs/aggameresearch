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8686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0F4FF"/>
                </a:solidFill>
                <a:latin typeface="Calibri"/>
              </a:rPr>
              <a:t>Galaga (紅白機大蜜蜂)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B84B"/>
                </a:solidFill>
                <a:latin typeface="Calibri"/>
              </a:rPr>
              <a:t>The Definitive Arcade Classic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429000"/>
            <a:ext cx="548640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B9D7"/>
                </a:solidFill>
                <a:latin typeface="Calibri"/>
              </a:rPr>
              <a:t>Namco (Original) / GameResearch (Current)  ·  Fixed Shooter  ·  Arcade / NES / Famicom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634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GAME DESIGN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$X.XB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Fixed Shooter market size (year)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XXM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Active players in genre (Steam + mobile)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The Gap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Players want Fixed Shooter but with [missing element]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Existing titles haven't [unmet need]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Last breakout title in genre: [Title, Year] — gap since then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Our target audience actively requests [feature] in forums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Game: Galaga (紅白機大蜜蜂)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High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The Definitive Arcade Classic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Core Fantasy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Players feel like [power fantasy] — the experience Game A promised but never delivered.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Three Pillars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1: core mechanic experience]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2: progression/mastery]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[Pillar 3: social/session hook]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Core Gameplay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Micro Loop (2–5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what the player does in a single combat/puzzle/interaction cycle]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Macro Loop (20–40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how micro loops build into a session — what the player achieves in one sitting]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914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B84B"/>
                </a:solidFill>
                <a:latin typeface="Calibri"/>
              </a:rPr>
              <a:t>Meta Loop (Days → Weeks)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2588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F4FF"/>
                </a:solidFill>
                <a:latin typeface="Calibri"/>
              </a:rPr>
              <a:t>[Describe the long-term progression arc that creates return behavior]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1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describing the specific mechanic or system]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2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— the innovation that doesn't exist elsewhere]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3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describing player-facing hook]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914400"/>
            <a:ext cx="1920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★ [Feature 4 Name]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[One sentence — the social or retention hook]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Target Audience &amp;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Primary Audience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Broad / Retro Fans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Platform: Arcade / NES / Famicom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[Hrs/week in similar games: estimate]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[Income range / spending behavior]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Comparable Player Bases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Game A: [X]M players, [MAU data]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Game B: [X]M players, [MAU data]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We target [%] crossover from 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D30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Retention Target: &gt;X% (cite industry benchmark)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Monetization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2651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Revenue Model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Model: Free-to-Play with Battle Pass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Battle Pass: $9.99/season (8 weeks)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Cosmetics IAP: $0.99 – $9.99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No pay-to-win — cosmetics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$XX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Target blended ARPU (monthly)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91440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8B84B"/>
                </a:solidFill>
                <a:latin typeface="Calibri"/>
              </a:rPr>
              <a:t>X–X%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2860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0B9D7"/>
                </a:solidFill>
                <a:latin typeface="Calibri"/>
              </a:rPr>
              <a:t>SOURCE NEEDED: D30 conversion rate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Game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[What they do well — 1 sentence]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[What they lack that we deliver — 1 sentence]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Game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[Their strength]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[Their gap we fill]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14400"/>
            <a:ext cx="2560320" cy="3200400"/>
          </a:xfrm>
          <a:prstGeom prst="rect">
            <a:avLst/>
          </a:prstGeom>
          <a:solidFill>
            <a:srgbClr val="1E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79" y="960120"/>
            <a:ext cx="23774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299E1"/>
                </a:solidFill>
                <a:latin typeface="Calibri"/>
              </a:rPr>
              <a:t>[Indirect Comp]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79" y="150876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8BB78"/>
                </a:solidFill>
                <a:latin typeface="Calibri"/>
              </a:rPr>
              <a:t>✓ [Why players go there]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79" y="2514600"/>
            <a:ext cx="23774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6565"/>
                </a:solidFill>
                <a:latin typeface="Calibri"/>
              </a:rPr>
              <a:t>✗ [Why they'd prefer us]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97680"/>
            <a:ext cx="8412480" cy="18288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8B84B"/>
                </a:solidFill>
                <a:latin typeface="Calibri"/>
              </a:rPr>
              <a:t>★  Galaga (紅白機大蜜蜂): [differentiator goes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Milestones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Vertical Slice (core loop playable)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Alpha (feature complete, internal test)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Beta (content complete, external playtest)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Soft Launch (limited regions)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Q[X] 202X — Global 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Current Status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[Current milestone and % complete]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[Team size and key roles filled]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[Budget status: self-funded / seeking investment]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[Prototype playable: yes/no]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0F4FF"/>
                </a:solidFill>
                <a:latin typeface="Calibr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Core Team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Game Director / Lead Designer: [Credential — shipped title or years exp]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Technical Lead: [Credential]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Art Director: [Credential]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[Name] — Producer: [Credential]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B84B"/>
                </a:solidFill>
                <a:latin typeface="Calibri"/>
              </a:rPr>
              <a:t>Team Profile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Total: 6-10 developers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[Combined years exp / shipped titles]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[Notable studio backgrounds, if any]</a:t>
            </a:r>
          </a:p>
          <a:p>
            <a:pPr algn="l"/>
            <a:r>
              <a:rPr sz="1000">
                <a:solidFill>
                  <a:srgbClr val="F0F4FF"/>
                </a:solidFill>
                <a:latin typeface="Calibri"/>
              </a:rPr>
              <a:t>  •  [Key advisors, if any]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F4FF"/>
                </a:solidFill>
                <a:latin typeface="Calibri"/>
              </a:rPr>
              <a:t>Galaga (紅白機大蜜蜂)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E8B84B"/>
                </a:solidFill>
                <a:latin typeface="Calibri"/>
              </a:rPr>
              <a:t>[The Ask: Seeking $X for Y months runway to Z milestone]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00400"/>
            <a:ext cx="4572000" cy="18288"/>
          </a:xfrm>
          <a:prstGeom prst="rect">
            <a:avLst/>
          </a:prstGeom>
          <a:solidFill>
            <a:srgbClr val="429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9D7"/>
                </a:solidFill>
                <a:latin typeface="Calibri"/>
              </a:rPr>
              <a:t>Namco (Original) / GameResearch (Current)  ·  contact@studio.com  ·  studio.gg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91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0B9D7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8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