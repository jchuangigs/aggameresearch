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0F4FF"/>
                </a:solidFill>
                <a:latin typeface="Calibri"/>
              </a:rPr>
              <a:t>Galaga (紅白機大蜜蜂) - 技術規格版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651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8B84B"/>
                </a:solidFill>
                <a:latin typeface="Calibri"/>
              </a:rPr>
              <a:t>Professional Technical Specification (1981 Arcade Logic)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429000"/>
            <a:ext cx="5486400" cy="1828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9D7"/>
                </a:solidFill>
                <a:latin typeface="Calibri"/>
              </a:rPr>
              <a:t>GameResearch Technical Team  ·  Fixed Shooter (Fixed Screen)  ·  Arcade (3x Z80) / NES / Modern Remake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B9D7"/>
                </a:solidFill>
                <a:latin typeface="Calibri"/>
              </a:rPr>
              <a:t>GAME DESIGN 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91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B9D7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  <a:latin typeface="Calibri"/>
              </a:rPr>
              <a:t>The Market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B84B"/>
                </a:solidFill>
                <a:latin typeface="Calibri"/>
              </a:rPr>
              <a:t>$X.XB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9D7"/>
                </a:solidFill>
                <a:latin typeface="Calibri"/>
              </a:rPr>
              <a:t>SOURCE NEEDED: Fixed Shooter (Fixed Screen) market size (year)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914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B84B"/>
                </a:solidFill>
                <a:latin typeface="Calibri"/>
              </a:rPr>
              <a:t>XXM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286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9D7"/>
                </a:solidFill>
                <a:latin typeface="Calibri"/>
              </a:rPr>
              <a:t>SOURCE NEEDED: Active players in genre (Steam + mobile)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914400"/>
            <a:ext cx="2651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The Gap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Players want Fixed Shooter (Fixed Screen) but with [missing element]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Existing titles haven't [unmet need]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Last breakout title in genre: [Title, Year] — gap since then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Our target audience actively requests [feature] in forums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91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B9D7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  <a:latin typeface="Calibri"/>
              </a:rPr>
              <a:t>The Game: Galaga (紅白機大蜜蜂) - 技術規格版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84B"/>
                </a:solidFill>
                <a:latin typeface="Calibri"/>
              </a:rPr>
              <a:t>High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Professional Technical Specification (1981 Arcade Logic)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914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84B"/>
                </a:solidFill>
                <a:latin typeface="Calibri"/>
              </a:rPr>
              <a:t>Core Fantasy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32588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Players feel like [power fantasy] — the experience Game A promised but never delivered.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914400"/>
            <a:ext cx="2651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Three Pillars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[Pillar 1: core mechanic experience]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[Pillar 2: progression/mastery]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[Pillar 3: social/session hook]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91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B9D7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  <a:latin typeface="Calibri"/>
              </a:rPr>
              <a:t>Core Gameplay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84B"/>
                </a:solidFill>
                <a:latin typeface="Calibri"/>
              </a:rPr>
              <a:t>Micro Loop (2–5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[Describe what the player does in a single combat/puzzle/interaction cycle]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914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84B"/>
                </a:solidFill>
                <a:latin typeface="Calibri"/>
              </a:rPr>
              <a:t>Macro Loop (20–40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32588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[Describe how micro loops build into a session — what the player achieves in one sitting]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914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84B"/>
                </a:solidFill>
                <a:latin typeface="Calibri"/>
              </a:rPr>
              <a:t>Meta Loop (Days → Weeks)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32588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[Describe the long-term progression arc that creates return behavior]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91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B9D7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  <a:latin typeface="Calibri"/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920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★ [Feature 1 Name]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[One sentence describing the specific mechanic or system]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914400"/>
            <a:ext cx="1920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★ [Feature 2 Name]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[One sentence — the innovation that doesn't exist elsewhere]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914400"/>
            <a:ext cx="1920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★ [Feature 3 Name]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[One sentence describing player-facing hook]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914400"/>
            <a:ext cx="1920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★ [Feature 4 Name]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[One sentence — the social or retention hook]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91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B9D7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  <a:latin typeface="Calibri"/>
              </a:rPr>
              <a:t>Target Audience &amp;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2651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Primary Audience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Game Developers / Retro Preservationists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Platform: Arcade (3x Z80) / NES / Modern Remake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[Hrs/week in similar games: estimate]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[Income range / spending behavior]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914400"/>
            <a:ext cx="2651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Comparable Player Bases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Game A: [X]M players, [MAU data]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Game B: [X]M players, [MAU data]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We target [%] crossover from 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914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B84B"/>
                </a:solidFill>
                <a:latin typeface="Calibri"/>
              </a:rPr>
              <a:t>D30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286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9D7"/>
                </a:solidFill>
                <a:latin typeface="Calibri"/>
              </a:rPr>
              <a:t>SOURCE NEEDED: Retention Target: &gt;X% (cite industry benchmark)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91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B9D7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  <a:latin typeface="Calibri"/>
              </a:rPr>
              <a:t>Monetization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2651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Revenue Model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Model: Free-to-Play with Battle Pass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Battle Pass: $9.99/season (8 weeks)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Cosmetics IAP: $0.99 – $9.99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No pay-to-win — cosmetics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914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B84B"/>
                </a:solidFill>
                <a:latin typeface="Calibri"/>
              </a:rPr>
              <a:t>$XX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286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9D7"/>
                </a:solidFill>
                <a:latin typeface="Calibri"/>
              </a:rPr>
              <a:t>SOURCE NEEDED: Target blended ARPU (monthly)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914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B84B"/>
                </a:solidFill>
                <a:latin typeface="Calibri"/>
              </a:rPr>
              <a:t>X–X%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286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9D7"/>
                </a:solidFill>
                <a:latin typeface="Calibri"/>
              </a:rPr>
              <a:t>SOURCE NEEDED: D30 conversion rate target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91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B9D7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2560320" cy="3200400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299E1"/>
                </a:solidFill>
                <a:latin typeface="Calibri"/>
              </a:rPr>
              <a:t>Game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8BB78"/>
                </a:solidFill>
                <a:latin typeface="Calibri"/>
              </a:rPr>
              <a:t>✓ [What they do well — 1 sentence]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6565"/>
                </a:solidFill>
                <a:latin typeface="Calibri"/>
              </a:rPr>
              <a:t>✗ [What they lack that we deliver — 1 sentence]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914400"/>
            <a:ext cx="2560320" cy="3200400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9601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299E1"/>
                </a:solidFill>
                <a:latin typeface="Calibri"/>
              </a:rPr>
              <a:t>Game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50876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8BB78"/>
                </a:solidFill>
                <a:latin typeface="Calibri"/>
              </a:rPr>
              <a:t>✓ [Their strength]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51460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6565"/>
                </a:solidFill>
                <a:latin typeface="Calibri"/>
              </a:rPr>
              <a:t>✗ [Their gap we fill]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914400"/>
            <a:ext cx="2560320" cy="3200400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9" y="9601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299E1"/>
                </a:solidFill>
                <a:latin typeface="Calibri"/>
              </a:rPr>
              <a:t>[Indirect Comp]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150876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8BB78"/>
                </a:solidFill>
                <a:latin typeface="Calibri"/>
              </a:rPr>
              <a:t>✓ [Why players go there]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251460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6565"/>
                </a:solidFill>
                <a:latin typeface="Calibri"/>
              </a:rPr>
              <a:t>✗ [Why they'd prefer us]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97680"/>
            <a:ext cx="8412480" cy="1828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B84B"/>
                </a:solidFill>
                <a:latin typeface="Calibri"/>
              </a:rPr>
              <a:t>★  Galaga (紅白機大蜜蜂) - 技術規格版: [differentiator goes here]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91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B9D7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  <a:latin typeface="Calibri"/>
              </a:rPr>
              <a:t>Development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Milestones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Q[X] 202X — Vertical Slice (core loop playable)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Q[X] 202X — Alpha (feature complete, internal test)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Q[X] 202X — Beta (content complete, external playtest)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Q[X] 202X — Soft Launch (limited regions)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Q[X] 202X — Global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91440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Current Status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[Current milestone and % complete]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[Team size and key roles filled]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[Budget status: self-funded / seeking investment]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[Prototype playable: yes/no]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91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B9D7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  <a:latin typeface="Calibri"/>
              </a:rPr>
              <a:t>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Core Team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[Name] — Game Director / Lead Designer: [Credential — shipped title or years exp]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[Name] — Technical Lead: [Credential]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[Name] — Art Director: [Credential]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[Name] — Producer: [Credential]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91440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Team Profile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Total: 6-10 developers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[Combined years exp / shipped titles]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[Notable studio backgrounds, if any]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[Key advisors, if any]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0F4FF"/>
                </a:solidFill>
                <a:latin typeface="Calibri"/>
              </a:rPr>
              <a:t>Galaga (紅白機大蜜蜂) - 技術規格版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8B84B"/>
                </a:solidFill>
                <a:latin typeface="Calibri"/>
              </a:rPr>
              <a:t>[The Ask: Seeking $X for Y months runway to Z milestone]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200400"/>
            <a:ext cx="4572000" cy="1828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9D7"/>
                </a:solidFill>
                <a:latin typeface="Calibri"/>
              </a:rPr>
              <a:t>GameResearch Technical Team  ·  contact@studio.com  ·  studio.gg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91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B9D7"/>
                </a:solidFill>
                <a:latin typeface="Calibr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